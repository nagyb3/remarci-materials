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4"/>
  </p:sldMasterIdLst>
  <p:sldIdLst>
    <p:sldId id="420" r:id="rId5"/>
    <p:sldId id="424" r:id="rId6"/>
    <p:sldId id="425" r:id="rId7"/>
    <p:sldId id="426" r:id="rId8"/>
    <p:sldId id="427" r:id="rId9"/>
    <p:sldId id="428" r:id="rId10"/>
    <p:sldId id="432" r:id="rId11"/>
    <p:sldId id="429" r:id="rId12"/>
    <p:sldId id="433" r:id="rId13"/>
    <p:sldId id="434" r:id="rId14"/>
    <p:sldId id="435" r:id="rId15"/>
    <p:sldId id="440" r:id="rId16"/>
    <p:sldId id="439" r:id="rId17"/>
    <p:sldId id="437" r:id="rId18"/>
    <p:sldId id="438" r:id="rId19"/>
    <p:sldId id="441" r:id="rId2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31" autoAdjust="0"/>
    <p:restoredTop sz="94249" autoAdjust="0"/>
  </p:normalViewPr>
  <p:slideViewPr>
    <p:cSldViewPr snapToGrid="0">
      <p:cViewPr varScale="1">
        <p:scale>
          <a:sx n="81" d="100"/>
          <a:sy n="81" d="100"/>
        </p:scale>
        <p:origin x="610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2E66-AA7B-40A9-8F1F-667AE9D3FA24}" type="datetimeFigureOut">
              <a:rPr lang="hu-HU" smtClean="0"/>
              <a:t>2022. 03. 22.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DD9E-9107-4910-B7CC-5701D0D1FF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47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854" y="115614"/>
            <a:ext cx="8864435" cy="13032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854" y="1555531"/>
            <a:ext cx="10473557" cy="4235669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2E66-AA7B-40A9-8F1F-667AE9D3FA24}" type="datetimeFigureOut">
              <a:rPr lang="hu-HU" smtClean="0"/>
              <a:t>2022. 03. 22.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DD9E-9107-4910-B7CC-5701D0D1FF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21700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2E66-AA7B-40A9-8F1F-667AE9D3FA24}" type="datetimeFigureOut">
              <a:rPr lang="hu-HU" smtClean="0"/>
              <a:t>2022. 03. 22.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DD9E-9107-4910-B7CC-5701D0D1FF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3641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2E66-AA7B-40A9-8F1F-667AE9D3FA24}" type="datetimeFigureOut">
              <a:rPr lang="hu-HU" smtClean="0"/>
              <a:t>2022. 03. 22.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DD9E-9107-4910-B7CC-5701D0D1FF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6065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2E66-AA7B-40A9-8F1F-667AE9D3FA24}" type="datetimeFigureOut">
              <a:rPr lang="hu-HU" smtClean="0"/>
              <a:t>2022. 03. 22.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DD9E-9107-4910-B7CC-5701D0D1FF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622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2E66-AA7B-40A9-8F1F-667AE9D3FA24}" type="datetimeFigureOut">
              <a:rPr lang="hu-HU" smtClean="0"/>
              <a:t>2022. 03. 22.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DD9E-9107-4910-B7CC-5701D0D1FF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2542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2E66-AA7B-40A9-8F1F-667AE9D3FA24}" type="datetimeFigureOut">
              <a:rPr lang="hu-HU" smtClean="0"/>
              <a:t>2022. 03. 22.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DD9E-9107-4910-B7CC-5701D0D1FF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24886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2E66-AA7B-40A9-8F1F-667AE9D3FA24}" type="datetimeFigureOut">
              <a:rPr lang="hu-HU" smtClean="0"/>
              <a:t>2022. 03. 22.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DD9E-9107-4910-B7CC-5701D0D1FF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6529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D3B52E66-AA7B-40A9-8F1F-667AE9D3FA24}" type="datetimeFigureOut">
              <a:rPr lang="hu-HU" smtClean="0"/>
              <a:t>2022. 03. 22.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3764DD9E-9107-4910-B7CC-5701D0D1FF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00373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2E66-AA7B-40A9-8F1F-667AE9D3FA24}" type="datetimeFigureOut">
              <a:rPr lang="hu-HU" smtClean="0"/>
              <a:t>2022. 03. 22.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DD9E-9107-4910-B7CC-5701D0D1FF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83958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2E66-AA7B-40A9-8F1F-667AE9D3FA24}" type="datetimeFigureOut">
              <a:rPr lang="hu-HU" smtClean="0"/>
              <a:t>2022. 03. 22.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DD9E-9107-4910-B7CC-5701D0D1FF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85495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2E66-AA7B-40A9-8F1F-667AE9D3FA24}" type="datetimeFigureOut">
              <a:rPr lang="hu-HU" smtClean="0"/>
              <a:t>2022. 03. 22.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DD9E-9107-4910-B7CC-5701D0D1FF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6550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2E66-AA7B-40A9-8F1F-667AE9D3FA24}" type="datetimeFigureOut">
              <a:rPr lang="hu-HU" smtClean="0"/>
              <a:t>2022. 03. 22.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DD9E-9107-4910-B7CC-5701D0D1FF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4104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2E66-AA7B-40A9-8F1F-667AE9D3FA24}" type="datetimeFigureOut">
              <a:rPr lang="hu-HU" smtClean="0"/>
              <a:t>2022. 03. 22.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DD9E-9107-4910-B7CC-5701D0D1FF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9167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2E66-AA7B-40A9-8F1F-667AE9D3FA24}" type="datetimeFigureOut">
              <a:rPr lang="hu-HU" smtClean="0"/>
              <a:t>2022. 03. 22.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DD9E-9107-4910-B7CC-5701D0D1FF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36303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2E66-AA7B-40A9-8F1F-667AE9D3FA24}" type="datetimeFigureOut">
              <a:rPr lang="hu-HU" smtClean="0"/>
              <a:t>2022. 03. 22.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DD9E-9107-4910-B7CC-5701D0D1FF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4937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2E66-AA7B-40A9-8F1F-667AE9D3FA24}" type="datetimeFigureOut">
              <a:rPr lang="hu-HU" smtClean="0"/>
              <a:t>2022. 03. 22.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DD9E-9107-4910-B7CC-5701D0D1FF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50650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3B52E66-AA7B-40A9-8F1F-667AE9D3FA24}" type="datetimeFigureOut">
              <a:rPr lang="hu-HU" smtClean="0"/>
              <a:t>2022. 03. 22.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764DD9E-9107-4910-B7CC-5701D0D1FF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936212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none" baseline="0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none" baseline="0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none" baseline="0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none" baseline="0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none" baseline="0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Quick sort - tömbre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854" y="1555531"/>
            <a:ext cx="10473557" cy="1042703"/>
          </a:xfrm>
        </p:spPr>
        <p:txBody>
          <a:bodyPr/>
          <a:lstStyle/>
          <a:p>
            <a:r>
              <a:rPr lang="hu-HU" dirty="0"/>
              <a:t>Szemléltessük a </a:t>
            </a:r>
            <a:r>
              <a:rPr lang="hu-HU" dirty="0" err="1"/>
              <a:t>quick</a:t>
            </a:r>
            <a:r>
              <a:rPr lang="hu-HU" dirty="0"/>
              <a:t> sort működését az alábbi tömbre!</a:t>
            </a:r>
          </a:p>
          <a:p>
            <a:endParaRPr lang="hu-H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645269"/>
              </p:ext>
            </p:extLst>
          </p:nvPr>
        </p:nvGraphicFramePr>
        <p:xfrm>
          <a:off x="2310782" y="2598234"/>
          <a:ext cx="6208748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7545277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133621722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908905674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82150778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3927323082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36619659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06452464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2849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Quick sort - tömbre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552871"/>
              </p:ext>
            </p:extLst>
          </p:nvPr>
        </p:nvGraphicFramePr>
        <p:xfrm>
          <a:off x="2282479" y="2237092"/>
          <a:ext cx="6208748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7545277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133621722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908905674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82150778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3927323082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36619659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06452464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14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  <p:pic>
        <p:nvPicPr>
          <p:cNvPr id="5" name="Content Placeholder 4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222"/>
          <a:stretch/>
        </p:blipFill>
        <p:spPr>
          <a:xfrm>
            <a:off x="3028794" y="3840717"/>
            <a:ext cx="4549697" cy="12296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56465" y="3265677"/>
            <a:ext cx="6117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Véletlenszerűen választunk egy tengelyt, legyen: </a:t>
            </a:r>
            <a:r>
              <a:rPr lang="hu-HU" b="1" dirty="0">
                <a:solidFill>
                  <a:srgbClr val="FF5050"/>
                </a:solidFill>
              </a:rPr>
              <a:t>i =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9269" y="3866344"/>
            <a:ext cx="1526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92D050"/>
                </a:solidFill>
              </a:rPr>
              <a:t>p =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9863" y="3840716"/>
            <a:ext cx="1526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92D050"/>
                </a:solidFill>
              </a:rPr>
              <a:t>r =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1101" y="5070351"/>
            <a:ext cx="1526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FF5050"/>
                </a:solidFill>
              </a:rPr>
              <a:t>x = 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973257"/>
              </p:ext>
            </p:extLst>
          </p:nvPr>
        </p:nvGraphicFramePr>
        <p:xfrm>
          <a:off x="2111494" y="5634497"/>
          <a:ext cx="6208748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7545277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133621722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908905674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82150778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3927323082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36619659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06452464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4564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Quick sort - tömbre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520930"/>
              </p:ext>
            </p:extLst>
          </p:nvPr>
        </p:nvGraphicFramePr>
        <p:xfrm>
          <a:off x="2706258" y="4665185"/>
          <a:ext cx="6208748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7545277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133621722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908905674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82150778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3927323082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36619659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06452464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07167" y="3592136"/>
            <a:ext cx="9839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Elindulunk </a:t>
            </a:r>
            <a:r>
              <a:rPr lang="hu-HU" dirty="0">
                <a:solidFill>
                  <a:srgbClr val="92D050"/>
                </a:solidFill>
              </a:rPr>
              <a:t>p</a:t>
            </a:r>
            <a:r>
              <a:rPr lang="hu-HU" dirty="0"/>
              <a:t>-</a:t>
            </a:r>
            <a:r>
              <a:rPr lang="hu-HU" dirty="0" err="1"/>
              <a:t>től</a:t>
            </a:r>
            <a:r>
              <a:rPr lang="hu-HU" dirty="0"/>
              <a:t> (</a:t>
            </a:r>
            <a:r>
              <a:rPr lang="hu-HU" dirty="0">
                <a:solidFill>
                  <a:srgbClr val="92D050"/>
                </a:solidFill>
              </a:rPr>
              <a:t>1</a:t>
            </a:r>
            <a:r>
              <a:rPr lang="hu-HU" dirty="0"/>
              <a:t>), és addig lépkedünk, amíg </a:t>
            </a:r>
            <a:r>
              <a:rPr lang="hu-HU" dirty="0">
                <a:solidFill>
                  <a:srgbClr val="FF5050"/>
                </a:solidFill>
              </a:rPr>
              <a:t>x</a:t>
            </a:r>
            <a:r>
              <a:rPr lang="hu-HU" dirty="0"/>
              <a:t>-</a:t>
            </a:r>
            <a:r>
              <a:rPr lang="hu-HU" dirty="0" err="1"/>
              <a:t>nél</a:t>
            </a:r>
            <a:r>
              <a:rPr lang="hu-HU" dirty="0"/>
              <a:t> (</a:t>
            </a:r>
            <a:r>
              <a:rPr lang="hu-HU" dirty="0">
                <a:solidFill>
                  <a:srgbClr val="FF5050"/>
                </a:solidFill>
              </a:rPr>
              <a:t>14</a:t>
            </a:r>
            <a:r>
              <a:rPr lang="hu-HU" dirty="0"/>
              <a:t>) nagyobb elemet nem találunk</a:t>
            </a:r>
            <a:endParaRPr lang="hu-HU" b="1" dirty="0">
              <a:solidFill>
                <a:srgbClr val="FF5050"/>
              </a:solidFill>
            </a:endParaRPr>
          </a:p>
        </p:txBody>
      </p:sp>
      <p:pic>
        <p:nvPicPr>
          <p:cNvPr id="12" name="Content Placeholder 4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" t="22365" r="2470" b="58631"/>
          <a:stretch/>
        </p:blipFill>
        <p:spPr>
          <a:xfrm>
            <a:off x="3233027" y="2221912"/>
            <a:ext cx="4348975" cy="10259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76653" y="6036053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00B0F0"/>
                </a:solidFill>
              </a:rPr>
              <a:t>i = 1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3090201" y="5731727"/>
            <a:ext cx="0" cy="245327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48937" y="6036053"/>
            <a:ext cx="819455" cy="369332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5050"/>
                </a:solidFill>
              </a:rPr>
              <a:t>x = 14</a:t>
            </a:r>
          </a:p>
        </p:txBody>
      </p:sp>
    </p:spTree>
    <p:extLst>
      <p:ext uri="{BB962C8B-B14F-4D97-AF65-F5344CB8AC3E}">
        <p14:creationId xmlns:p14="http://schemas.microsoft.com/office/powerpoint/2010/main" val="1848517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Quick sort - tömbre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167661"/>
              </p:ext>
            </p:extLst>
          </p:nvPr>
        </p:nvGraphicFramePr>
        <p:xfrm>
          <a:off x="2452026" y="2202648"/>
          <a:ext cx="6208748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7545277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133621722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908905674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82150778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3927323082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36619659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06452464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31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479180" y="3483104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00B0F0"/>
                </a:solidFill>
              </a:rPr>
              <a:t>i = 2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3792728" y="3178778"/>
            <a:ext cx="0" cy="245327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452026" y="3846550"/>
            <a:ext cx="4661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>
                <a:solidFill>
                  <a:srgbClr val="00B0F0"/>
                </a:solidFill>
              </a:rPr>
              <a:t>14 &lt; 31</a:t>
            </a:r>
            <a:r>
              <a:rPr lang="hu-HU" dirty="0">
                <a:solidFill>
                  <a:srgbClr val="00B0F0"/>
                </a:solidFill>
              </a:rPr>
              <a:t>, megvan az első nagyobb elem</a:t>
            </a:r>
            <a:endParaRPr lang="hu-HU" b="1" dirty="0">
              <a:solidFill>
                <a:srgbClr val="00B0F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03971" y="3301441"/>
            <a:ext cx="819455" cy="369332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5050"/>
                </a:solidFill>
              </a:rPr>
              <a:t>x = 14</a:t>
            </a:r>
          </a:p>
        </p:txBody>
      </p:sp>
      <p:pic>
        <p:nvPicPr>
          <p:cNvPr id="15" name="Content Placeholder 4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2" t="41166" r="26386" b="14918"/>
          <a:stretch/>
        </p:blipFill>
        <p:spPr>
          <a:xfrm>
            <a:off x="3264203" y="4317722"/>
            <a:ext cx="3037500" cy="22376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71237" y="4589498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6600"/>
                </a:solidFill>
              </a:rPr>
              <a:t>j =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1237" y="5113384"/>
            <a:ext cx="37689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tx1">
                    <a:lumMod val="85000"/>
                  </a:schemeClr>
                </a:solidFill>
              </a:rPr>
              <a:t>A tömb hátralévő részében </a:t>
            </a:r>
            <a:br>
              <a:rPr lang="hu-HU" dirty="0">
                <a:solidFill>
                  <a:schemeClr val="tx1">
                    <a:lumMod val="85000"/>
                  </a:schemeClr>
                </a:solidFill>
              </a:rPr>
            </a:br>
            <a:r>
              <a:rPr lang="hu-HU" dirty="0">
                <a:solidFill>
                  <a:srgbClr val="FF5050"/>
                </a:solidFill>
              </a:rPr>
              <a:t>x</a:t>
            </a:r>
            <a:r>
              <a:rPr lang="hu-HU" dirty="0">
                <a:solidFill>
                  <a:schemeClr val="tx1">
                    <a:lumMod val="85000"/>
                  </a:schemeClr>
                </a:solidFill>
              </a:rPr>
              <a:t>-</a:t>
            </a:r>
            <a:r>
              <a:rPr lang="hu-HU" dirty="0" err="1">
                <a:solidFill>
                  <a:schemeClr val="tx1">
                    <a:lumMod val="85000"/>
                  </a:schemeClr>
                </a:solidFill>
              </a:rPr>
              <a:t>nél</a:t>
            </a:r>
            <a:r>
              <a:rPr lang="hu-HU" dirty="0">
                <a:solidFill>
                  <a:schemeClr val="tx1">
                    <a:lumMod val="85000"/>
                  </a:schemeClr>
                </a:solidFill>
              </a:rPr>
              <a:t> kisebb elemeket keresünk</a:t>
            </a:r>
          </a:p>
        </p:txBody>
      </p:sp>
    </p:spTree>
    <p:extLst>
      <p:ext uri="{BB962C8B-B14F-4D97-AF65-F5344CB8AC3E}">
        <p14:creationId xmlns:p14="http://schemas.microsoft.com/office/powerpoint/2010/main" val="3297445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Quick sort - tömbre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707091"/>
              </p:ext>
            </p:extLst>
          </p:nvPr>
        </p:nvGraphicFramePr>
        <p:xfrm>
          <a:off x="2452026" y="2202648"/>
          <a:ext cx="6208748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7545277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133621722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908905674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82150778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3927323082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36619659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06452464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31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479180" y="3483104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00B0F0"/>
                </a:solidFill>
              </a:rPr>
              <a:t>i = 2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3792728" y="3178778"/>
            <a:ext cx="0" cy="245327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03971" y="3301441"/>
            <a:ext cx="819455" cy="369332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5050"/>
                </a:solidFill>
              </a:rPr>
              <a:t>x =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110" y="3483104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6600"/>
                </a:solidFill>
              </a:rPr>
              <a:t>j = 3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4585951" y="3175741"/>
            <a:ext cx="0" cy="245327"/>
          </a:xfrm>
          <a:prstGeom prst="straightConnector1">
            <a:avLst/>
          </a:prstGeom>
          <a:ln w="28575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170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Quick sort - tömbre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707091"/>
              </p:ext>
            </p:extLst>
          </p:nvPr>
        </p:nvGraphicFramePr>
        <p:xfrm>
          <a:off x="2452026" y="2202648"/>
          <a:ext cx="6208748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7545277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133621722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908905674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82150778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3927323082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36619659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06452464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31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479180" y="3483104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00B0F0"/>
                </a:solidFill>
              </a:rPr>
              <a:t>i = 2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3792728" y="3178778"/>
            <a:ext cx="0" cy="245327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03971" y="3301441"/>
            <a:ext cx="819455" cy="369332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5050"/>
                </a:solidFill>
              </a:rPr>
              <a:t>x =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4964" y="3450331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6600"/>
                </a:solidFill>
              </a:rPr>
              <a:t>j = 4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5533805" y="3142968"/>
            <a:ext cx="0" cy="245327"/>
          </a:xfrm>
          <a:prstGeom prst="straightConnector1">
            <a:avLst/>
          </a:prstGeom>
          <a:ln w="28575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28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Quick sort - tömbre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452026" y="2202648"/>
          <a:ext cx="6208748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7545277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133621722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908905674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82150778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3927323082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36619659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06452464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31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103971" y="3301441"/>
            <a:ext cx="819455" cy="369332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5050"/>
                </a:solidFill>
              </a:rPr>
              <a:t>x =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7062" y="3483104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6600"/>
                </a:solidFill>
              </a:rPr>
              <a:t>j = 5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6425903" y="3175741"/>
            <a:ext cx="0" cy="245327"/>
          </a:xfrm>
          <a:prstGeom prst="straightConnector1">
            <a:avLst/>
          </a:prstGeom>
          <a:ln w="28575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91071" y="3667770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11 &lt; 14</a:t>
            </a:r>
          </a:p>
        </p:txBody>
      </p:sp>
      <p:sp>
        <p:nvSpPr>
          <p:cNvPr id="5" name="Curved Up Arrow 4"/>
          <p:cNvSpPr/>
          <p:nvPr/>
        </p:nvSpPr>
        <p:spPr>
          <a:xfrm flipH="1">
            <a:off x="3590693" y="3852436"/>
            <a:ext cx="2859916" cy="686110"/>
          </a:xfrm>
          <a:prstGeom prst="curvedUpArrow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714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Quick sort - tömbre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613744"/>
              </p:ext>
            </p:extLst>
          </p:nvPr>
        </p:nvGraphicFramePr>
        <p:xfrm>
          <a:off x="2452026" y="2202648"/>
          <a:ext cx="6208748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7545277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133621722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908905674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82150778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3927323082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36619659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06452464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277523" y="3531003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00B0F0"/>
                </a:solidFill>
              </a:rPr>
              <a:t>i = 3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4591071" y="3226677"/>
            <a:ext cx="0" cy="245327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03971" y="3301441"/>
            <a:ext cx="819455" cy="369332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5050"/>
                </a:solidFill>
              </a:rPr>
              <a:t>x =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7062" y="3483104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6600"/>
                </a:solidFill>
              </a:rPr>
              <a:t>j = 5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6425903" y="3175741"/>
            <a:ext cx="0" cy="245327"/>
          </a:xfrm>
          <a:prstGeom prst="straightConnector1">
            <a:avLst/>
          </a:prstGeom>
          <a:ln w="28575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119581"/>
              </p:ext>
            </p:extLst>
          </p:nvPr>
        </p:nvGraphicFramePr>
        <p:xfrm>
          <a:off x="2452026" y="2202648"/>
          <a:ext cx="6208748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7545277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133621722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908905674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82150778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3927323082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36619659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06452464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23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8007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Quick sort - tömbre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452026" y="2202648"/>
          <a:ext cx="6208748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7545277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133621722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908905674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82150778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3927323082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36619659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06452464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277523" y="3531003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00B0F0"/>
                </a:solidFill>
              </a:rPr>
              <a:t>i = 3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4591071" y="3226677"/>
            <a:ext cx="0" cy="245327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03971" y="3301441"/>
            <a:ext cx="819455" cy="369332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5050"/>
                </a:solidFill>
              </a:rPr>
              <a:t>x =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5212" y="3486107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6600"/>
                </a:solidFill>
              </a:rPr>
              <a:t>j = 6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7354053" y="3178744"/>
            <a:ext cx="0" cy="245327"/>
          </a:xfrm>
          <a:prstGeom prst="straightConnector1">
            <a:avLst/>
          </a:prstGeom>
          <a:ln w="28575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452026" y="2202648"/>
          <a:ext cx="6208748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7545277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133621722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908905674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82150778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3927323082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36619659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06452464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23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  <p:graphicFrame>
        <p:nvGraphicFramePr>
          <p:cNvPr id="11" name="Table 17">
            <a:extLst>
              <a:ext uri="{FF2B5EF4-FFF2-40B4-BE49-F238E27FC236}">
                <a16:creationId xmlns:a16="http://schemas.microsoft.com/office/drawing/2014/main" id="{E737EA94-4CD3-4B37-B48E-82D191666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877233"/>
              </p:ext>
            </p:extLst>
          </p:nvPr>
        </p:nvGraphicFramePr>
        <p:xfrm>
          <a:off x="2452026" y="5051887"/>
          <a:ext cx="6208748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7545277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133621722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908905674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82150778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3927323082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36619659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06452464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23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  <p:pic>
        <p:nvPicPr>
          <p:cNvPr id="16" name="Content Placeholder 4" descr="Screen Clipping">
            <a:extLst>
              <a:ext uri="{FF2B5EF4-FFF2-40B4-BE49-F238E27FC236}">
                <a16:creationId xmlns:a16="http://schemas.microsoft.com/office/drawing/2014/main" id="{9F5C1371-96DD-4270-A11E-13901CFC88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6" t="84336" r="24755" b="7815"/>
          <a:stretch/>
        </p:blipFill>
        <p:spPr>
          <a:xfrm>
            <a:off x="3750700" y="4061587"/>
            <a:ext cx="3367669" cy="423746"/>
          </a:xfrm>
          <a:prstGeom prst="rect">
            <a:avLst/>
          </a:prstGeom>
        </p:spPr>
      </p:pic>
      <p:sp>
        <p:nvSpPr>
          <p:cNvPr id="18" name="Curved Up Arrow 20">
            <a:extLst>
              <a:ext uri="{FF2B5EF4-FFF2-40B4-BE49-F238E27FC236}">
                <a16:creationId xmlns:a16="http://schemas.microsoft.com/office/drawing/2014/main" id="{80CF61D9-C22B-45D5-A938-7544109F00EF}"/>
              </a:ext>
            </a:extLst>
          </p:cNvPr>
          <p:cNvSpPr/>
          <p:nvPr/>
        </p:nvSpPr>
        <p:spPr>
          <a:xfrm>
            <a:off x="4524990" y="5967624"/>
            <a:ext cx="3927633" cy="686110"/>
          </a:xfrm>
          <a:prstGeom prst="curvedUp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cxnSp>
        <p:nvCxnSpPr>
          <p:cNvPr id="20" name="Straight Arrow Connector 6">
            <a:extLst>
              <a:ext uri="{FF2B5EF4-FFF2-40B4-BE49-F238E27FC236}">
                <a16:creationId xmlns:a16="http://schemas.microsoft.com/office/drawing/2014/main" id="{45CFDF00-FA37-41AD-8161-756287901479}"/>
              </a:ext>
            </a:extLst>
          </p:cNvPr>
          <p:cNvCxnSpPr>
            <a:cxnSpLocks/>
          </p:cNvCxnSpPr>
          <p:nvPr/>
        </p:nvCxnSpPr>
        <p:spPr>
          <a:xfrm>
            <a:off x="1608794" y="3832476"/>
            <a:ext cx="2517157" cy="1382751"/>
          </a:xfrm>
          <a:prstGeom prst="straightConnector1">
            <a:avLst/>
          </a:prstGeom>
          <a:ln w="28575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7">
            <a:extLst>
              <a:ext uri="{FF2B5EF4-FFF2-40B4-BE49-F238E27FC236}">
                <a16:creationId xmlns:a16="http://schemas.microsoft.com/office/drawing/2014/main" id="{F99C4EAE-38A8-4AA8-81CF-480D890FF278}"/>
              </a:ext>
            </a:extLst>
          </p:cNvPr>
          <p:cNvSpPr/>
          <p:nvPr/>
        </p:nvSpPr>
        <p:spPr>
          <a:xfrm>
            <a:off x="4171353" y="3942780"/>
            <a:ext cx="1370803" cy="59716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Oval 23">
            <a:extLst>
              <a:ext uri="{FF2B5EF4-FFF2-40B4-BE49-F238E27FC236}">
                <a16:creationId xmlns:a16="http://schemas.microsoft.com/office/drawing/2014/main" id="{1A80E2B6-4E6F-4DF4-AC1C-45C26132A546}"/>
              </a:ext>
            </a:extLst>
          </p:cNvPr>
          <p:cNvSpPr/>
          <p:nvPr/>
        </p:nvSpPr>
        <p:spPr>
          <a:xfrm>
            <a:off x="5587558" y="3942780"/>
            <a:ext cx="1370803" cy="597168"/>
          </a:xfrm>
          <a:prstGeom prst="ellipse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86194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Quick sort - tömbre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452026" y="2202648"/>
          <a:ext cx="6208748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7545277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133621722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908905674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82150778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3927323082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36619659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06452464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277523" y="3531003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00B0F0"/>
                </a:solidFill>
              </a:rPr>
              <a:t>i = 3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4591071" y="3226677"/>
            <a:ext cx="0" cy="245327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03971" y="3301441"/>
            <a:ext cx="819455" cy="369332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5050"/>
                </a:solidFill>
              </a:rPr>
              <a:t>x =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5212" y="3486107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6600"/>
                </a:solidFill>
              </a:rPr>
              <a:t>j = 6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7354053" y="3178744"/>
            <a:ext cx="0" cy="245327"/>
          </a:xfrm>
          <a:prstGeom prst="straightConnector1">
            <a:avLst/>
          </a:prstGeom>
          <a:ln w="28575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181232"/>
              </p:ext>
            </p:extLst>
          </p:nvPr>
        </p:nvGraphicFramePr>
        <p:xfrm>
          <a:off x="2452026" y="2202648"/>
          <a:ext cx="6208748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7545277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133621722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908905674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82150778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3927323082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36619659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06452464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14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23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  <p:sp>
        <p:nvSpPr>
          <p:cNvPr id="23" name="TextBox 3">
            <a:extLst>
              <a:ext uri="{FF2B5EF4-FFF2-40B4-BE49-F238E27FC236}">
                <a16:creationId xmlns:a16="http://schemas.microsoft.com/office/drawing/2014/main" id="{97539A5B-14FC-45C1-AC01-7C042A7A2B90}"/>
              </a:ext>
            </a:extLst>
          </p:cNvPr>
          <p:cNvSpPr txBox="1"/>
          <p:nvPr/>
        </p:nvSpPr>
        <p:spPr>
          <a:xfrm>
            <a:off x="1047756" y="1577347"/>
            <a:ext cx="877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Rekurzívan folytatódik tovább a rendezés a tengely előtti és utáni résztömbre</a:t>
            </a:r>
          </a:p>
        </p:txBody>
      </p:sp>
      <p:graphicFrame>
        <p:nvGraphicFramePr>
          <p:cNvPr id="24" name="Table 14">
            <a:extLst>
              <a:ext uri="{FF2B5EF4-FFF2-40B4-BE49-F238E27FC236}">
                <a16:creationId xmlns:a16="http://schemas.microsoft.com/office/drawing/2014/main" id="{89BD9F27-B72A-4D48-ADF6-1267F90F9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816761"/>
              </p:ext>
            </p:extLst>
          </p:nvPr>
        </p:nvGraphicFramePr>
        <p:xfrm>
          <a:off x="1018706" y="4292323"/>
          <a:ext cx="1773928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7545277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1336217227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11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  <p:sp>
        <p:nvSpPr>
          <p:cNvPr id="25" name="TextBox 4">
            <a:extLst>
              <a:ext uri="{FF2B5EF4-FFF2-40B4-BE49-F238E27FC236}">
                <a16:creationId xmlns:a16="http://schemas.microsoft.com/office/drawing/2014/main" id="{85858071-577C-4340-A482-B3A19B42E0A8}"/>
              </a:ext>
            </a:extLst>
          </p:cNvPr>
          <p:cNvSpPr txBox="1"/>
          <p:nvPr/>
        </p:nvSpPr>
        <p:spPr>
          <a:xfrm>
            <a:off x="3044283" y="4930534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x = 11</a:t>
            </a:r>
          </a:p>
        </p:txBody>
      </p:sp>
      <p:graphicFrame>
        <p:nvGraphicFramePr>
          <p:cNvPr id="26" name="Table 16">
            <a:extLst>
              <a:ext uri="{FF2B5EF4-FFF2-40B4-BE49-F238E27FC236}">
                <a16:creationId xmlns:a16="http://schemas.microsoft.com/office/drawing/2014/main" id="{4DB45A9A-9408-4108-8A92-2FB268F9A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999030"/>
              </p:ext>
            </p:extLst>
          </p:nvPr>
        </p:nvGraphicFramePr>
        <p:xfrm>
          <a:off x="6649554" y="4313729"/>
          <a:ext cx="3547856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82150778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3927323082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36619659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06452464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55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23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  <p:sp>
        <p:nvSpPr>
          <p:cNvPr id="27" name="TextBox 21">
            <a:extLst>
              <a:ext uri="{FF2B5EF4-FFF2-40B4-BE49-F238E27FC236}">
                <a16:creationId xmlns:a16="http://schemas.microsoft.com/office/drawing/2014/main" id="{B514BE71-2CFC-4705-B791-D5604C0E0258}"/>
              </a:ext>
            </a:extLst>
          </p:cNvPr>
          <p:cNvSpPr txBox="1"/>
          <p:nvPr/>
        </p:nvSpPr>
        <p:spPr>
          <a:xfrm>
            <a:off x="10444976" y="5136606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x = 55</a:t>
            </a:r>
          </a:p>
        </p:txBody>
      </p:sp>
      <p:cxnSp>
        <p:nvCxnSpPr>
          <p:cNvPr id="28" name="Straight Arrow Connector 8">
            <a:extLst>
              <a:ext uri="{FF2B5EF4-FFF2-40B4-BE49-F238E27FC236}">
                <a16:creationId xmlns:a16="http://schemas.microsoft.com/office/drawing/2014/main" id="{337840C6-2B5B-4B36-B995-232F9ED55229}"/>
              </a:ext>
            </a:extLst>
          </p:cNvPr>
          <p:cNvCxnSpPr/>
          <p:nvPr/>
        </p:nvCxnSpPr>
        <p:spPr>
          <a:xfrm flipH="1">
            <a:off x="2364059" y="3969834"/>
            <a:ext cx="992458" cy="156117"/>
          </a:xfrm>
          <a:prstGeom prst="straightConnector1">
            <a:avLst/>
          </a:prstGeom>
          <a:ln w="38100">
            <a:solidFill>
              <a:schemeClr val="tx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2">
            <a:extLst>
              <a:ext uri="{FF2B5EF4-FFF2-40B4-BE49-F238E27FC236}">
                <a16:creationId xmlns:a16="http://schemas.microsoft.com/office/drawing/2014/main" id="{A978318E-C3BE-48C8-886D-B3EA1A894884}"/>
              </a:ext>
            </a:extLst>
          </p:cNvPr>
          <p:cNvCxnSpPr/>
          <p:nvPr/>
        </p:nvCxnSpPr>
        <p:spPr>
          <a:xfrm>
            <a:off x="6803090" y="3922309"/>
            <a:ext cx="1620392" cy="203642"/>
          </a:xfrm>
          <a:prstGeom prst="straightConnector1">
            <a:avLst/>
          </a:prstGeom>
          <a:ln w="38100">
            <a:solidFill>
              <a:schemeClr val="tx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415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Quick sort - tömbre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023" y="3594573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00B0F0"/>
                </a:solidFill>
              </a:rPr>
              <a:t>i = 2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543571" y="3290247"/>
            <a:ext cx="0" cy="245327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03971" y="3301441"/>
            <a:ext cx="819455" cy="369332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5050"/>
                </a:solidFill>
              </a:rPr>
              <a:t>x = 11</a:t>
            </a: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97539A5B-14FC-45C1-AC01-7C042A7A2B90}"/>
              </a:ext>
            </a:extLst>
          </p:cNvPr>
          <p:cNvSpPr txBox="1"/>
          <p:nvPr/>
        </p:nvSpPr>
        <p:spPr>
          <a:xfrm>
            <a:off x="1047756" y="1577347"/>
            <a:ext cx="3239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A tengely előtti résztömbre:</a:t>
            </a:r>
          </a:p>
        </p:txBody>
      </p:sp>
      <p:graphicFrame>
        <p:nvGraphicFramePr>
          <p:cNvPr id="24" name="Table 14">
            <a:extLst>
              <a:ext uri="{FF2B5EF4-FFF2-40B4-BE49-F238E27FC236}">
                <a16:creationId xmlns:a16="http://schemas.microsoft.com/office/drawing/2014/main" id="{89BD9F27-B72A-4D48-ADF6-1267F90F9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609299"/>
              </p:ext>
            </p:extLst>
          </p:nvPr>
        </p:nvGraphicFramePr>
        <p:xfrm>
          <a:off x="4202173" y="2200471"/>
          <a:ext cx="1773928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7545277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1336217227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11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2505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Quick sort - tömbre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7523" y="3531003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00B0F0"/>
                </a:solidFill>
              </a:rPr>
              <a:t>i = 1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4591071" y="3226677"/>
            <a:ext cx="0" cy="245327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03971" y="3301441"/>
            <a:ext cx="819455" cy="369332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5050"/>
                </a:solidFill>
              </a:rPr>
              <a:t>x =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8745" y="3514740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6600"/>
                </a:solidFill>
              </a:rPr>
              <a:t>j = 2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5567586" y="3207377"/>
            <a:ext cx="0" cy="245327"/>
          </a:xfrm>
          <a:prstGeom prst="straightConnector1">
            <a:avLst/>
          </a:prstGeom>
          <a:ln w="28575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3">
            <a:extLst>
              <a:ext uri="{FF2B5EF4-FFF2-40B4-BE49-F238E27FC236}">
                <a16:creationId xmlns:a16="http://schemas.microsoft.com/office/drawing/2014/main" id="{97539A5B-14FC-45C1-AC01-7C042A7A2B90}"/>
              </a:ext>
            </a:extLst>
          </p:cNvPr>
          <p:cNvSpPr txBox="1"/>
          <p:nvPr/>
        </p:nvSpPr>
        <p:spPr>
          <a:xfrm>
            <a:off x="1047756" y="1577347"/>
            <a:ext cx="3239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A tengely előtti résztömbre:</a:t>
            </a:r>
          </a:p>
        </p:txBody>
      </p:sp>
      <p:graphicFrame>
        <p:nvGraphicFramePr>
          <p:cNvPr id="24" name="Table 14">
            <a:extLst>
              <a:ext uri="{FF2B5EF4-FFF2-40B4-BE49-F238E27FC236}">
                <a16:creationId xmlns:a16="http://schemas.microsoft.com/office/drawing/2014/main" id="{89BD9F27-B72A-4D48-ADF6-1267F90F9177}"/>
              </a:ext>
            </a:extLst>
          </p:cNvPr>
          <p:cNvGraphicFramePr>
            <a:graphicFrameLocks noGrp="1"/>
          </p:cNvGraphicFramePr>
          <p:nvPr/>
        </p:nvGraphicFramePr>
        <p:xfrm>
          <a:off x="4202173" y="2200471"/>
          <a:ext cx="1773928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7545277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1336217227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  <p:sp>
        <p:nvSpPr>
          <p:cNvPr id="18" name="TextBox 3">
            <a:extLst>
              <a:ext uri="{FF2B5EF4-FFF2-40B4-BE49-F238E27FC236}">
                <a16:creationId xmlns:a16="http://schemas.microsoft.com/office/drawing/2014/main" id="{60AB459F-C2F1-4BF2-A024-A4FB194930F2}"/>
              </a:ext>
            </a:extLst>
          </p:cNvPr>
          <p:cNvSpPr txBox="1"/>
          <p:nvPr/>
        </p:nvSpPr>
        <p:spPr>
          <a:xfrm>
            <a:off x="4591070" y="3938640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11 &lt; 12</a:t>
            </a:r>
          </a:p>
        </p:txBody>
      </p:sp>
      <p:sp>
        <p:nvSpPr>
          <p:cNvPr id="21" name="Curved Up Arrow 20">
            <a:extLst>
              <a:ext uri="{FF2B5EF4-FFF2-40B4-BE49-F238E27FC236}">
                <a16:creationId xmlns:a16="http://schemas.microsoft.com/office/drawing/2014/main" id="{AD2D63C4-12F7-4970-B82F-1F79F962B440}"/>
              </a:ext>
            </a:extLst>
          </p:cNvPr>
          <p:cNvSpPr/>
          <p:nvPr/>
        </p:nvSpPr>
        <p:spPr>
          <a:xfrm>
            <a:off x="4487333" y="4235505"/>
            <a:ext cx="1269999" cy="686110"/>
          </a:xfrm>
          <a:prstGeom prst="curvedUp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cxnSp>
        <p:nvCxnSpPr>
          <p:cNvPr id="22" name="Straight Arrow Connector 6">
            <a:extLst>
              <a:ext uri="{FF2B5EF4-FFF2-40B4-BE49-F238E27FC236}">
                <a16:creationId xmlns:a16="http://schemas.microsoft.com/office/drawing/2014/main" id="{39137461-C25A-4AE8-A8D7-276E0769D52F}"/>
              </a:ext>
            </a:extLst>
          </p:cNvPr>
          <p:cNvCxnSpPr>
            <a:cxnSpLocks/>
          </p:cNvCxnSpPr>
          <p:nvPr/>
        </p:nvCxnSpPr>
        <p:spPr>
          <a:xfrm>
            <a:off x="1608794" y="3832476"/>
            <a:ext cx="2517157" cy="1382751"/>
          </a:xfrm>
          <a:prstGeom prst="straightConnector1">
            <a:avLst/>
          </a:prstGeom>
          <a:ln w="28575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14">
            <a:extLst>
              <a:ext uri="{FF2B5EF4-FFF2-40B4-BE49-F238E27FC236}">
                <a16:creationId xmlns:a16="http://schemas.microsoft.com/office/drawing/2014/main" id="{7FF3594E-A499-463C-A46F-0B36954E70B7}"/>
              </a:ext>
            </a:extLst>
          </p:cNvPr>
          <p:cNvGraphicFramePr>
            <a:graphicFrameLocks noGrp="1"/>
          </p:cNvGraphicFramePr>
          <p:nvPr/>
        </p:nvGraphicFramePr>
        <p:xfrm>
          <a:off x="4202173" y="5202153"/>
          <a:ext cx="1773928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7545277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1336217227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12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2148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Quick sort - tömbre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3607122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00B0F0"/>
                </a:solidFill>
              </a:rPr>
              <a:t>i = 6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6409548" y="3302796"/>
            <a:ext cx="0" cy="245327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03971" y="3301441"/>
            <a:ext cx="819455" cy="369332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5050"/>
                </a:solidFill>
              </a:rPr>
              <a:t>x = 55</a:t>
            </a: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97539A5B-14FC-45C1-AC01-7C042A7A2B90}"/>
              </a:ext>
            </a:extLst>
          </p:cNvPr>
          <p:cNvSpPr txBox="1"/>
          <p:nvPr/>
        </p:nvSpPr>
        <p:spPr>
          <a:xfrm>
            <a:off x="1047756" y="1577347"/>
            <a:ext cx="3278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A tengely utáni résztömbre:</a:t>
            </a:r>
          </a:p>
        </p:txBody>
      </p:sp>
      <p:graphicFrame>
        <p:nvGraphicFramePr>
          <p:cNvPr id="26" name="Table 16">
            <a:extLst>
              <a:ext uri="{FF2B5EF4-FFF2-40B4-BE49-F238E27FC236}">
                <a16:creationId xmlns:a16="http://schemas.microsoft.com/office/drawing/2014/main" id="{4DB45A9A-9408-4108-8A92-2FB268F9A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000342"/>
              </p:ext>
            </p:extLst>
          </p:nvPr>
        </p:nvGraphicFramePr>
        <p:xfrm>
          <a:off x="4211154" y="2193904"/>
          <a:ext cx="3547856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82150778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3927323082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36619659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06452464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55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23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4969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Quick sort - tömbre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3423" y="3607122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00B0F0"/>
                </a:solidFill>
              </a:rPr>
              <a:t>i = 7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7346971" y="3302796"/>
            <a:ext cx="0" cy="245327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03971" y="3301441"/>
            <a:ext cx="819455" cy="369332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5050"/>
                </a:solidFill>
              </a:rPr>
              <a:t>x = 55</a:t>
            </a: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97539A5B-14FC-45C1-AC01-7C042A7A2B90}"/>
              </a:ext>
            </a:extLst>
          </p:cNvPr>
          <p:cNvSpPr txBox="1"/>
          <p:nvPr/>
        </p:nvSpPr>
        <p:spPr>
          <a:xfrm>
            <a:off x="1047756" y="1577347"/>
            <a:ext cx="3278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A tengely utáni résztömbre:</a:t>
            </a:r>
          </a:p>
        </p:txBody>
      </p:sp>
      <p:graphicFrame>
        <p:nvGraphicFramePr>
          <p:cNvPr id="26" name="Table 16">
            <a:extLst>
              <a:ext uri="{FF2B5EF4-FFF2-40B4-BE49-F238E27FC236}">
                <a16:creationId xmlns:a16="http://schemas.microsoft.com/office/drawing/2014/main" id="{4DB45A9A-9408-4108-8A92-2FB268F9A0FF}"/>
              </a:ext>
            </a:extLst>
          </p:cNvPr>
          <p:cNvGraphicFramePr>
            <a:graphicFrameLocks noGrp="1"/>
          </p:cNvGraphicFramePr>
          <p:nvPr/>
        </p:nvGraphicFramePr>
        <p:xfrm>
          <a:off x="4211154" y="2193904"/>
          <a:ext cx="3547856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82150778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3927323082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36619659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06452464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  <p:graphicFrame>
        <p:nvGraphicFramePr>
          <p:cNvPr id="10" name="Table 16">
            <a:extLst>
              <a:ext uri="{FF2B5EF4-FFF2-40B4-BE49-F238E27FC236}">
                <a16:creationId xmlns:a16="http://schemas.microsoft.com/office/drawing/2014/main" id="{BBA8C2BB-1C8A-4512-B9CE-37DE28F00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349181"/>
              </p:ext>
            </p:extLst>
          </p:nvPr>
        </p:nvGraphicFramePr>
        <p:xfrm>
          <a:off x="4211154" y="4869214"/>
          <a:ext cx="3547856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82150778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3927323082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36619659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06452464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55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3472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Quick sort - tömbre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8052" y="3509680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00B0F0"/>
                </a:solidFill>
              </a:rPr>
              <a:t>i = 5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541600" y="3205354"/>
            <a:ext cx="0" cy="245327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03971" y="3301441"/>
            <a:ext cx="819455" cy="369332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5050"/>
                </a:solidFill>
              </a:rPr>
              <a:t>x = 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3528913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6600"/>
                </a:solidFill>
              </a:rPr>
              <a:t>j = 6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6384841" y="3221550"/>
            <a:ext cx="0" cy="245327"/>
          </a:xfrm>
          <a:prstGeom prst="straightConnector1">
            <a:avLst/>
          </a:prstGeom>
          <a:ln w="28575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3">
            <a:extLst>
              <a:ext uri="{FF2B5EF4-FFF2-40B4-BE49-F238E27FC236}">
                <a16:creationId xmlns:a16="http://schemas.microsoft.com/office/drawing/2014/main" id="{97539A5B-14FC-45C1-AC01-7C042A7A2B90}"/>
              </a:ext>
            </a:extLst>
          </p:cNvPr>
          <p:cNvSpPr txBox="1"/>
          <p:nvPr/>
        </p:nvSpPr>
        <p:spPr>
          <a:xfrm>
            <a:off x="1047756" y="1577347"/>
            <a:ext cx="3278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A tengely utáni résztömbre:</a:t>
            </a:r>
          </a:p>
        </p:txBody>
      </p:sp>
      <p:graphicFrame>
        <p:nvGraphicFramePr>
          <p:cNvPr id="26" name="Table 16">
            <a:extLst>
              <a:ext uri="{FF2B5EF4-FFF2-40B4-BE49-F238E27FC236}">
                <a16:creationId xmlns:a16="http://schemas.microsoft.com/office/drawing/2014/main" id="{4DB45A9A-9408-4108-8A92-2FB268F9A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105780"/>
              </p:ext>
            </p:extLst>
          </p:nvPr>
        </p:nvGraphicFramePr>
        <p:xfrm>
          <a:off x="4211154" y="2193904"/>
          <a:ext cx="2660892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82150778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3927323082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366196597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1800" dirty="0"/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  <p:sp>
        <p:nvSpPr>
          <p:cNvPr id="11" name="TextBox 3">
            <a:extLst>
              <a:ext uri="{FF2B5EF4-FFF2-40B4-BE49-F238E27FC236}">
                <a16:creationId xmlns:a16="http://schemas.microsoft.com/office/drawing/2014/main" id="{6EB4D366-86F1-44F3-B7C7-2540B5E9A4A1}"/>
              </a:ext>
            </a:extLst>
          </p:cNvPr>
          <p:cNvSpPr txBox="1"/>
          <p:nvPr/>
        </p:nvSpPr>
        <p:spPr>
          <a:xfrm>
            <a:off x="5541600" y="3955433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23 &lt; 31</a:t>
            </a:r>
          </a:p>
        </p:txBody>
      </p:sp>
      <p:sp>
        <p:nvSpPr>
          <p:cNvPr id="15" name="Curved Up Arrow 20">
            <a:extLst>
              <a:ext uri="{FF2B5EF4-FFF2-40B4-BE49-F238E27FC236}">
                <a16:creationId xmlns:a16="http://schemas.microsoft.com/office/drawing/2014/main" id="{84656FBB-406F-4EA2-9C94-C7BD52ADCFA6}"/>
              </a:ext>
            </a:extLst>
          </p:cNvPr>
          <p:cNvSpPr/>
          <p:nvPr/>
        </p:nvSpPr>
        <p:spPr>
          <a:xfrm>
            <a:off x="5365604" y="4307972"/>
            <a:ext cx="1269999" cy="686110"/>
          </a:xfrm>
          <a:prstGeom prst="curvedUp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E8B24796-4C77-4E3D-BE24-114F95375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079931"/>
              </p:ext>
            </p:extLst>
          </p:nvPr>
        </p:nvGraphicFramePr>
        <p:xfrm>
          <a:off x="4211154" y="5446615"/>
          <a:ext cx="2660892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82150778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3927323082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366196597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31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765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Quick sort - tömbre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854" y="1555531"/>
            <a:ext cx="10473557" cy="1042703"/>
          </a:xfrm>
        </p:spPr>
        <p:txBody>
          <a:bodyPr/>
          <a:lstStyle/>
          <a:p>
            <a:r>
              <a:rPr lang="hu-HU" dirty="0"/>
              <a:t>A rendezett tömb</a:t>
            </a:r>
          </a:p>
          <a:p>
            <a:endParaRPr lang="hu-HU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802502"/>
              </p:ext>
            </p:extLst>
          </p:nvPr>
        </p:nvGraphicFramePr>
        <p:xfrm>
          <a:off x="2452026" y="2202648"/>
          <a:ext cx="6208748" cy="822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964">
                  <a:extLst>
                    <a:ext uri="{9D8B030D-6E8A-4147-A177-3AD203B41FA5}">
                      <a16:colId xmlns:a16="http://schemas.microsoft.com/office/drawing/2014/main" val="47545277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133621722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908905674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82150778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3927323082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2366196597"/>
                    </a:ext>
                  </a:extLst>
                </a:gridCol>
                <a:gridCol w="886964">
                  <a:extLst>
                    <a:ext uri="{9D8B030D-6E8A-4147-A177-3AD203B41FA5}">
                      <a16:colId xmlns:a16="http://schemas.microsoft.com/office/drawing/2014/main" val="406452464"/>
                    </a:ext>
                  </a:extLst>
                </a:gridCol>
              </a:tblGrid>
              <a:tr h="822877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55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32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7687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5D124C0B617F4999D104D22D6BC95A" ma:contentTypeVersion="7" ma:contentTypeDescription="Create a new document." ma:contentTypeScope="" ma:versionID="164c6410484cd5c97e051bc1f147ecaa">
  <xsd:schema xmlns:xsd="http://www.w3.org/2001/XMLSchema" xmlns:xs="http://www.w3.org/2001/XMLSchema" xmlns:p="http://schemas.microsoft.com/office/2006/metadata/properties" xmlns:ns2="933e64fd-1b07-49fa-b034-5fa910d8ce24" targetNamespace="http://schemas.microsoft.com/office/2006/metadata/properties" ma:root="true" ma:fieldsID="acc25c64f40f05f0b30028f91e02e805" ns2:_="">
    <xsd:import namespace="933e64fd-1b07-49fa-b034-5fa910d8ce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3e64fd-1b07-49fa-b034-5fa910d8ce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6616D1F-9D4D-4EE9-8DF2-2F484BB84A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52E92C-74E6-4442-BD6F-08E71FB751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3e64fd-1b07-49fa-b034-5fa910d8ce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C243702-ED0F-490E-829C-8AE6FC89249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9606</TotalTime>
  <Words>393</Words>
  <Application>Microsoft Office PowerPoint</Application>
  <PresentationFormat>Szélesvásznú</PresentationFormat>
  <Paragraphs>179</Paragraphs>
  <Slides>16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19" baseType="lpstr">
      <vt:lpstr>Arial</vt:lpstr>
      <vt:lpstr>Century Gothic</vt:lpstr>
      <vt:lpstr>Mesh</vt:lpstr>
      <vt:lpstr>Quick sort - tömbre</vt:lpstr>
      <vt:lpstr>Quick sort - tömbre</vt:lpstr>
      <vt:lpstr>Quick sort - tömbre</vt:lpstr>
      <vt:lpstr>Quick sort - tömbre</vt:lpstr>
      <vt:lpstr>Quick sort - tömbre</vt:lpstr>
      <vt:lpstr>Quick sort - tömbre</vt:lpstr>
      <vt:lpstr>Quick sort - tömbre</vt:lpstr>
      <vt:lpstr>Quick sort - tömbre</vt:lpstr>
      <vt:lpstr>Quick sort - tömbre</vt:lpstr>
      <vt:lpstr>Quick sort - tömbre</vt:lpstr>
      <vt:lpstr>Quick sort - tömbre</vt:lpstr>
      <vt:lpstr>Quick sort - tömbre</vt:lpstr>
      <vt:lpstr>Quick sort - tömbre</vt:lpstr>
      <vt:lpstr>Quick sort - tömbre</vt:lpstr>
      <vt:lpstr>Quick sort - tömbre</vt:lpstr>
      <vt:lpstr>Quick sort - tömbre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Péter Vadász</dc:creator>
  <cp:lastModifiedBy>RemenyiMarton@sulid.hu</cp:lastModifiedBy>
  <cp:revision>385</cp:revision>
  <dcterms:created xsi:type="dcterms:W3CDTF">2020-03-24T14:13:16Z</dcterms:created>
  <dcterms:modified xsi:type="dcterms:W3CDTF">2022-03-22T21:55:33Z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0x010100DD5D124C0B617F4999D104D22D6BC95A</vt:lpwstr>
  </property>
</Properties>
</file>